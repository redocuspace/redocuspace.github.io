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3" r:id="rId8"/>
    <p:sldId id="26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047" autoAdjust="0"/>
  </p:normalViewPr>
  <p:slideViewPr>
    <p:cSldViewPr snapToGrid="0">
      <p:cViewPr varScale="1">
        <p:scale>
          <a:sx n="99" d="100"/>
          <a:sy n="99" d="100"/>
        </p:scale>
        <p:origin x="9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271CE-8D8D-4900-B7E8-562B7DD86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8BA1E6-1FCD-43BA-A5D6-CE16D9924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A4AEAE-0DD9-45E5-9FBC-319007DC7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EE0A-2E39-44B2-B2C1-028A4AD64EEF}" type="datetimeFigureOut">
              <a:rPr lang="ko-KR" altLang="en-US" smtClean="0"/>
              <a:t>2022-06-01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494D-ECBB-4685-B470-78625C1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CEB83-0546-43CA-9A7D-F06AC615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41C20-7A5B-4448-8DE1-A35F061AB1B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B6F5A7-9577-405D-952B-4C70B2E08CEB}"/>
              </a:ext>
            </a:extLst>
          </p:cNvPr>
          <p:cNvSpPr/>
          <p:nvPr userDrawn="1"/>
        </p:nvSpPr>
        <p:spPr>
          <a:xfrm>
            <a:off x="0" y="1"/>
            <a:ext cx="12192000" cy="729839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820826-8822-41B1-8399-62643F44F2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758" y="0"/>
            <a:ext cx="1946242" cy="72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0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1800D2-9577-4601-90D1-BF89078DA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A56213-01D6-41EA-A0EA-509B7B2D7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73429D-C3FC-443E-8A94-AF310470A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AEE0A-2E39-44B2-B2C1-028A4AD64EEF}" type="datetimeFigureOut">
              <a:rPr lang="ko-KR" altLang="en-US" smtClean="0"/>
              <a:t>2022-06-01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4A90CC-EFAC-41F3-8C31-58217229F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957BD1-70B0-416E-9020-AC5A5FE5B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41C20-7A5B-4448-8DE1-A35F061AB1B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628DC1-AFE3-4612-9850-0DDFF7C5E784}"/>
              </a:ext>
            </a:extLst>
          </p:cNvPr>
          <p:cNvSpPr/>
          <p:nvPr userDrawn="1"/>
        </p:nvSpPr>
        <p:spPr>
          <a:xfrm>
            <a:off x="0" y="1"/>
            <a:ext cx="12192000" cy="729839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51C6330-78ED-47EF-8BF0-9C78DD29F4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758" y="0"/>
            <a:ext cx="1946242" cy="72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97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5B1F4C-529D-4B14-9F8F-FE15EF98AC5A}"/>
              </a:ext>
            </a:extLst>
          </p:cNvPr>
          <p:cNvSpPr/>
          <p:nvPr/>
        </p:nvSpPr>
        <p:spPr>
          <a:xfrm>
            <a:off x="0" y="1"/>
            <a:ext cx="12192000" cy="729839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AB4E7A3-291C-44B2-89E0-FA2C1A60F4C0}"/>
              </a:ext>
            </a:extLst>
          </p:cNvPr>
          <p:cNvCxnSpPr>
            <a:cxnSpLocks/>
          </p:cNvCxnSpPr>
          <p:nvPr/>
        </p:nvCxnSpPr>
        <p:spPr>
          <a:xfrm>
            <a:off x="2467063" y="2751587"/>
            <a:ext cx="7257875" cy="0"/>
          </a:xfrm>
          <a:prstGeom prst="line">
            <a:avLst/>
          </a:prstGeom>
          <a:ln w="127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CC8AC3-4E0C-4A96-8F9A-8FC3E8AE72CB}"/>
              </a:ext>
            </a:extLst>
          </p:cNvPr>
          <p:cNvSpPr/>
          <p:nvPr/>
        </p:nvSpPr>
        <p:spPr>
          <a:xfrm>
            <a:off x="0" y="1"/>
            <a:ext cx="5334000" cy="2684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WORKBOOK_DOCUMENT </a:t>
            </a:r>
            <a:r>
              <a:rPr lang="ko-KR" altLang="en-US" sz="1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</a:t>
            </a:r>
            <a:r>
              <a:rPr lang="en-US" altLang="ko-KR" sz="16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FrameWork</a:t>
            </a:r>
            <a:r>
              <a:rPr lang="en-US" altLang="ko-KR" sz="1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 for Unity</a:t>
            </a:r>
            <a:endParaRPr lang="ko-KR" altLang="en-US" sz="16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1C8291-EA61-40D6-90CE-6B138779CBB5}"/>
              </a:ext>
            </a:extLst>
          </p:cNvPr>
          <p:cNvSpPr/>
          <p:nvPr/>
        </p:nvSpPr>
        <p:spPr>
          <a:xfrm>
            <a:off x="2467063" y="1730237"/>
            <a:ext cx="7257874" cy="10150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4800" i="1" dirty="0" err="1"/>
              <a:t>FrameWork</a:t>
            </a:r>
            <a:r>
              <a:rPr lang="en-US" altLang="ko-KR" sz="4800" i="1" dirty="0"/>
              <a:t> Guide Book</a:t>
            </a:r>
            <a:endParaRPr lang="ko-KR" altLang="en-US" sz="4800" i="1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F0A100F-039B-46D7-8274-6F03D0E21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758" y="0"/>
            <a:ext cx="1946242" cy="72984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8E5DFE5-6EA6-477F-8440-13E75B68EC18}"/>
              </a:ext>
            </a:extLst>
          </p:cNvPr>
          <p:cNvSpPr/>
          <p:nvPr/>
        </p:nvSpPr>
        <p:spPr>
          <a:xfrm>
            <a:off x="9103108" y="5201179"/>
            <a:ext cx="2285300" cy="3523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Developer : </a:t>
            </a:r>
            <a:r>
              <a:rPr lang="en-US" altLang="ko-KR" dirty="0" err="1">
                <a:latin typeface="휴먼편지체" panose="02030504000101010101" pitchFamily="18" charset="-127"/>
                <a:ea typeface="휴먼편지체" panose="02030504000101010101" pitchFamily="18" charset="-127"/>
              </a:rPr>
              <a:t>ReDocu</a:t>
            </a:r>
            <a:r>
              <a:rPr lang="en-US" altLang="ko-KR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  </a:t>
            </a:r>
            <a:endParaRPr lang="ko-KR" altLang="en-US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7AAEC4-48D7-40FF-B1A1-DA4EADE67006}"/>
              </a:ext>
            </a:extLst>
          </p:cNvPr>
          <p:cNvSpPr/>
          <p:nvPr/>
        </p:nvSpPr>
        <p:spPr>
          <a:xfrm>
            <a:off x="2467061" y="2757876"/>
            <a:ext cx="7257875" cy="82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altLang="ko-KR" sz="2000" i="1" dirty="0"/>
              <a:t>for UNITY</a:t>
            </a:r>
            <a:endParaRPr lang="ko-KR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361451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0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INDEX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D6EE314-BE0C-468C-AD0A-C6868E9811A8}"/>
              </a:ext>
            </a:extLst>
          </p:cNvPr>
          <p:cNvSpPr/>
          <p:nvPr/>
        </p:nvSpPr>
        <p:spPr>
          <a:xfrm>
            <a:off x="1152089" y="1011829"/>
            <a:ext cx="2726422" cy="414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1. Summary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78ECC1-B289-44C7-B48D-7A6565C8FAAA}"/>
              </a:ext>
            </a:extLst>
          </p:cNvPr>
          <p:cNvSpPr/>
          <p:nvPr/>
        </p:nvSpPr>
        <p:spPr>
          <a:xfrm>
            <a:off x="1728133" y="2167855"/>
            <a:ext cx="2155970" cy="31318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GameManager</a:t>
            </a:r>
            <a:endParaRPr lang="ko-KR" altLang="en-US" sz="1600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48CC6D4-8C3C-484D-9AD0-193279DCE4EF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0F4FACD-E175-4EC2-ACE3-41AF38FE8D6E}"/>
              </a:ext>
            </a:extLst>
          </p:cNvPr>
          <p:cNvSpPr/>
          <p:nvPr/>
        </p:nvSpPr>
        <p:spPr>
          <a:xfrm>
            <a:off x="1728133" y="2637638"/>
            <a:ext cx="2155970" cy="31318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UIManager</a:t>
            </a:r>
            <a:endParaRPr lang="ko-KR" altLang="en-US" sz="16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9DEEB96-0C55-4D4F-A6DD-9128C6FAC862}"/>
              </a:ext>
            </a:extLst>
          </p:cNvPr>
          <p:cNvSpPr/>
          <p:nvPr/>
        </p:nvSpPr>
        <p:spPr>
          <a:xfrm>
            <a:off x="1728133" y="3106025"/>
            <a:ext cx="2155970" cy="31318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ModelManager</a:t>
            </a:r>
            <a:endParaRPr lang="ko-KR" altLang="en-US" sz="16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4C1AC7E-8FC1-404D-A0C5-9C7E461303FD}"/>
              </a:ext>
            </a:extLst>
          </p:cNvPr>
          <p:cNvSpPr/>
          <p:nvPr/>
        </p:nvSpPr>
        <p:spPr>
          <a:xfrm>
            <a:off x="1728133" y="3569514"/>
            <a:ext cx="2155970" cy="31318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DBManager</a:t>
            </a:r>
            <a:endParaRPr lang="ko-KR" altLang="en-US" sz="16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8868E69-F0F7-468A-BD2D-8C948CE084A1}"/>
              </a:ext>
            </a:extLst>
          </p:cNvPr>
          <p:cNvSpPr/>
          <p:nvPr/>
        </p:nvSpPr>
        <p:spPr>
          <a:xfrm>
            <a:off x="1722541" y="4033003"/>
            <a:ext cx="2155970" cy="31318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CameraManager</a:t>
            </a:r>
            <a:endParaRPr lang="ko-KR" altLang="en-US" sz="16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AFB9FAD-E0C5-42AB-AE8B-7A10A097B589}"/>
              </a:ext>
            </a:extLst>
          </p:cNvPr>
          <p:cNvSpPr/>
          <p:nvPr/>
        </p:nvSpPr>
        <p:spPr>
          <a:xfrm>
            <a:off x="1152089" y="1565328"/>
            <a:ext cx="2726422" cy="414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2. Manager</a:t>
            </a:r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C07C364-75EF-473A-BEAB-BE818E9727A1}"/>
              </a:ext>
            </a:extLst>
          </p:cNvPr>
          <p:cNvSpPr/>
          <p:nvPr/>
        </p:nvSpPr>
        <p:spPr>
          <a:xfrm>
            <a:off x="1152089" y="4534066"/>
            <a:ext cx="2726422" cy="414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3. File System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ECDFF4D-CC03-4E4F-87D1-ED24B7360531}"/>
              </a:ext>
            </a:extLst>
          </p:cNvPr>
          <p:cNvSpPr/>
          <p:nvPr/>
        </p:nvSpPr>
        <p:spPr>
          <a:xfrm>
            <a:off x="1152089" y="5136498"/>
            <a:ext cx="2726422" cy="414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Class Diagram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7EE0030-9635-42EA-AB11-B848AA968C47}"/>
              </a:ext>
            </a:extLst>
          </p:cNvPr>
          <p:cNvSpPr/>
          <p:nvPr/>
        </p:nvSpPr>
        <p:spPr>
          <a:xfrm>
            <a:off x="1152089" y="5738272"/>
            <a:ext cx="2726422" cy="414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※ Appendix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428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HY동녘M" panose="02030600000101010101" pitchFamily="18" charset="-127"/>
                <a:ea typeface="HY동녘M" panose="02030600000101010101" pitchFamily="18" charset="-127"/>
              </a:rPr>
              <a:t>Summary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C4757-077B-46DA-8682-516D06788E40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988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HY동녘M" panose="02030600000101010101" pitchFamily="18" charset="-127"/>
                <a:ea typeface="HY동녘M" panose="02030600000101010101" pitchFamily="18" charset="-127"/>
              </a:rPr>
              <a:t>Manager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C4757-077B-46DA-8682-516D06788E40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88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3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HY동녘M" panose="02030600000101010101" pitchFamily="18" charset="-127"/>
                <a:ea typeface="HY동녘M" panose="02030600000101010101" pitchFamily="18" charset="-127"/>
              </a:rPr>
              <a:t>File System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C4757-077B-46DA-8682-516D06788E40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57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4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HY동녘M" panose="02030600000101010101" pitchFamily="18" charset="-127"/>
                <a:ea typeface="HY동녘M" panose="02030600000101010101" pitchFamily="18" charset="-127"/>
              </a:rPr>
              <a:t>Class Diagram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C4757-077B-46DA-8682-516D06788E40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492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※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HY동녘M" panose="02030600000101010101" pitchFamily="18" charset="-127"/>
                <a:ea typeface="HY동녘M" panose="02030600000101010101" pitchFamily="18" charset="-127"/>
              </a:rPr>
              <a:t>Appendix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C4757-077B-46DA-8682-516D06788E40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074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F1252-C38F-4392-BFC2-6542802625B4}"/>
              </a:ext>
            </a:extLst>
          </p:cNvPr>
          <p:cNvSpPr/>
          <p:nvPr/>
        </p:nvSpPr>
        <p:spPr>
          <a:xfrm>
            <a:off x="125835" y="83890"/>
            <a:ext cx="427838" cy="570451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※</a:t>
            </a:r>
            <a:endParaRPr lang="ko-KR" altLang="en-US" sz="36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463DC-4522-4FBB-AB87-5011AC06B246}"/>
              </a:ext>
            </a:extLst>
          </p:cNvPr>
          <p:cNvSpPr/>
          <p:nvPr/>
        </p:nvSpPr>
        <p:spPr>
          <a:xfrm>
            <a:off x="553673" y="83890"/>
            <a:ext cx="8036654" cy="5704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HY동녘M" panose="02030600000101010101" pitchFamily="18" charset="-127"/>
                <a:ea typeface="HY동녘M" panose="02030600000101010101" pitchFamily="18" charset="-127"/>
              </a:rPr>
              <a:t>Reference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C4757-077B-46DA-8682-516D06788E40}"/>
              </a:ext>
            </a:extLst>
          </p:cNvPr>
          <p:cNvCxnSpPr/>
          <p:nvPr/>
        </p:nvCxnSpPr>
        <p:spPr>
          <a:xfrm>
            <a:off x="0" y="659374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461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51</Words>
  <Application>Microsoft Office PowerPoint</Application>
  <PresentationFormat>와이드스크린</PresentationFormat>
  <Paragraphs>28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HY동녘M</vt:lpstr>
      <vt:lpstr>맑은 고딕</vt:lpstr>
      <vt:lpstr>휴먼매직체</vt:lpstr>
      <vt:lpstr>휴먼모음T</vt:lpstr>
      <vt:lpstr>휴먼편지체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dogyu lee</dc:creator>
  <cp:lastModifiedBy>dogyu lee</cp:lastModifiedBy>
  <cp:revision>34</cp:revision>
  <dcterms:created xsi:type="dcterms:W3CDTF">2021-11-05T15:12:26Z</dcterms:created>
  <dcterms:modified xsi:type="dcterms:W3CDTF">2022-06-01T14:36:46Z</dcterms:modified>
</cp:coreProperties>
</file>